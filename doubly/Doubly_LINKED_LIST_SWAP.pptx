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3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6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8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6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5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492FD-8E68-4D5A-A742-0A20D1CD5015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1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1357314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643181" y="931024"/>
            <a:ext cx="1357314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26509" y="931024"/>
            <a:ext cx="1357314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284055" y="931024"/>
            <a:ext cx="1357314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952977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76488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4821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421992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170601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52976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prev1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8079357" y="926256"/>
            <a:ext cx="1357314" cy="648393"/>
            <a:chOff x="831273" y="931025"/>
            <a:chExt cx="2227810" cy="648393"/>
          </a:xfrm>
        </p:grpSpPr>
        <p:sp>
          <p:nvSpPr>
            <p:cNvPr id="36" name="Rectangle 35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6000</a:t>
              </a:r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936903" y="926256"/>
            <a:ext cx="1357314" cy="648393"/>
            <a:chOff x="831273" y="931025"/>
            <a:chExt cx="2227810" cy="648393"/>
          </a:xfrm>
        </p:grpSpPr>
        <p:sp>
          <p:nvSpPr>
            <p:cNvPr id="39" name="Rectangle 38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8201061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5000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074840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982509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2764884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temp1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639617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6421992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prev2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8418685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8201060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53" name="Straight Arrow Connector 52"/>
          <p:cNvCxnSpPr>
            <a:stCxn id="45" idx="0"/>
            <a:endCxn id="17" idx="2"/>
          </p:cNvCxnSpPr>
          <p:nvPr/>
        </p:nvCxnSpPr>
        <p:spPr>
          <a:xfrm flipV="1">
            <a:off x="3321838" y="2044932"/>
            <a:ext cx="0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1" idx="0"/>
            <a:endCxn id="16" idx="2"/>
          </p:cNvCxnSpPr>
          <p:nvPr/>
        </p:nvCxnSpPr>
        <p:spPr>
          <a:xfrm flipV="1">
            <a:off x="1509930" y="2044932"/>
            <a:ext cx="0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7" idx="0"/>
            <a:endCxn id="19" idx="2"/>
          </p:cNvCxnSpPr>
          <p:nvPr/>
        </p:nvCxnSpPr>
        <p:spPr>
          <a:xfrm flipH="1" flipV="1">
            <a:off x="6978945" y="2044932"/>
            <a:ext cx="1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0"/>
            <a:endCxn id="41" idx="2"/>
          </p:cNvCxnSpPr>
          <p:nvPr/>
        </p:nvCxnSpPr>
        <p:spPr>
          <a:xfrm flipV="1">
            <a:off x="8758014" y="2040164"/>
            <a:ext cx="0" cy="11400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2213607" y="926256"/>
            <a:ext cx="429574" cy="15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996649" y="926256"/>
            <a:ext cx="429574" cy="15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779178" y="926256"/>
            <a:ext cx="429574" cy="15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7641369" y="942883"/>
            <a:ext cx="429574" cy="15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472000" y="942883"/>
            <a:ext cx="429574" cy="1544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 flipV="1">
            <a:off x="2149207" y="1256381"/>
            <a:ext cx="516748" cy="1476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 flipV="1">
            <a:off x="3963422" y="1280481"/>
            <a:ext cx="516748" cy="1476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 flipV="1">
            <a:off x="5763100" y="1280481"/>
            <a:ext cx="516748" cy="1476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7622357" y="1284700"/>
            <a:ext cx="516748" cy="1476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 flipV="1">
            <a:off x="9420155" y="1280481"/>
            <a:ext cx="516748" cy="14763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42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1357314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643181" y="931024"/>
            <a:ext cx="1357314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26509" y="931024"/>
            <a:ext cx="1357314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284055" y="931024"/>
            <a:ext cx="1357314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952977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76488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4821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421992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170601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52976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prev1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8079357" y="926256"/>
            <a:ext cx="1357314" cy="648393"/>
            <a:chOff x="831273" y="931025"/>
            <a:chExt cx="2227810" cy="648393"/>
          </a:xfrm>
        </p:grpSpPr>
        <p:sp>
          <p:nvSpPr>
            <p:cNvPr id="36" name="Rectangle 35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6000</a:t>
              </a:r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936903" y="926256"/>
            <a:ext cx="1357314" cy="648393"/>
            <a:chOff x="831273" y="931025"/>
            <a:chExt cx="2227810" cy="648393"/>
          </a:xfrm>
        </p:grpSpPr>
        <p:sp>
          <p:nvSpPr>
            <p:cNvPr id="39" name="Rectangle 38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8201061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5000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074840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982509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2764884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temp1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639617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6421992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prev2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8418685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8201060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53" name="Straight Arrow Connector 52"/>
          <p:cNvCxnSpPr>
            <a:stCxn id="45" idx="0"/>
            <a:endCxn id="17" idx="2"/>
          </p:cNvCxnSpPr>
          <p:nvPr/>
        </p:nvCxnSpPr>
        <p:spPr>
          <a:xfrm flipV="1">
            <a:off x="3321838" y="2044932"/>
            <a:ext cx="0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1" idx="0"/>
            <a:endCxn id="16" idx="2"/>
          </p:cNvCxnSpPr>
          <p:nvPr/>
        </p:nvCxnSpPr>
        <p:spPr>
          <a:xfrm flipV="1">
            <a:off x="1509930" y="2044932"/>
            <a:ext cx="0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7" idx="0"/>
            <a:endCxn id="19" idx="2"/>
          </p:cNvCxnSpPr>
          <p:nvPr/>
        </p:nvCxnSpPr>
        <p:spPr>
          <a:xfrm flipH="1" flipV="1">
            <a:off x="6978945" y="2044932"/>
            <a:ext cx="1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0"/>
            <a:endCxn id="41" idx="2"/>
          </p:cNvCxnSpPr>
          <p:nvPr/>
        </p:nvCxnSpPr>
        <p:spPr>
          <a:xfrm flipV="1">
            <a:off x="8758014" y="2040164"/>
            <a:ext cx="0" cy="11400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765837" y="4546281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4548212" y="5394180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temp3</a:t>
            </a:r>
            <a:endParaRPr lang="en-US" dirty="0"/>
          </a:p>
        </p:txBody>
      </p:sp>
      <p:cxnSp>
        <p:nvCxnSpPr>
          <p:cNvPr id="49" name="Straight Arrow Connector 48"/>
          <p:cNvCxnSpPr>
            <a:stCxn id="43" idx="0"/>
            <a:endCxn id="17" idx="2"/>
          </p:cNvCxnSpPr>
          <p:nvPr/>
        </p:nvCxnSpPr>
        <p:spPr>
          <a:xfrm flipH="1" flipV="1">
            <a:off x="3321838" y="2044932"/>
            <a:ext cx="1783328" cy="25013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28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1357314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643181" y="931024"/>
            <a:ext cx="1357314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26509" y="931024"/>
            <a:ext cx="1357314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284055" y="931024"/>
            <a:ext cx="1357314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952977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76488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454821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421992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170601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952976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prev1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8079357" y="926256"/>
            <a:ext cx="1357314" cy="648393"/>
            <a:chOff x="831273" y="931025"/>
            <a:chExt cx="2227810" cy="648393"/>
          </a:xfrm>
        </p:grpSpPr>
        <p:sp>
          <p:nvSpPr>
            <p:cNvPr id="36" name="Rectangle 35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6000</a:t>
              </a:r>
              <a:endParaRPr lang="en-US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936903" y="926256"/>
            <a:ext cx="1357314" cy="648393"/>
            <a:chOff x="831273" y="931025"/>
            <a:chExt cx="2227810" cy="648393"/>
          </a:xfrm>
        </p:grpSpPr>
        <p:sp>
          <p:nvSpPr>
            <p:cNvPr id="39" name="Rectangle 38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8201061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5000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10074840" y="1774156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982509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5000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2764884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temp1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6639617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6421992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prev2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8418685" y="3180223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8201060" y="402812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53" name="Straight Arrow Connector 52"/>
          <p:cNvCxnSpPr>
            <a:stCxn id="45" idx="0"/>
            <a:endCxn id="41" idx="2"/>
          </p:cNvCxnSpPr>
          <p:nvPr/>
        </p:nvCxnSpPr>
        <p:spPr>
          <a:xfrm flipV="1">
            <a:off x="3321838" y="2040164"/>
            <a:ext cx="5436176" cy="11400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1" idx="0"/>
            <a:endCxn id="16" idx="2"/>
          </p:cNvCxnSpPr>
          <p:nvPr/>
        </p:nvCxnSpPr>
        <p:spPr>
          <a:xfrm flipV="1">
            <a:off x="1509930" y="2044932"/>
            <a:ext cx="0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47" idx="0"/>
            <a:endCxn id="19" idx="2"/>
          </p:cNvCxnSpPr>
          <p:nvPr/>
        </p:nvCxnSpPr>
        <p:spPr>
          <a:xfrm flipH="1" flipV="1">
            <a:off x="6978945" y="2044932"/>
            <a:ext cx="1" cy="11352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51" idx="0"/>
            <a:endCxn id="41" idx="2"/>
          </p:cNvCxnSpPr>
          <p:nvPr/>
        </p:nvCxnSpPr>
        <p:spPr>
          <a:xfrm flipV="1">
            <a:off x="8758014" y="2040164"/>
            <a:ext cx="0" cy="11400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765837" y="4546281"/>
            <a:ext cx="678657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4548212" y="5394180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temp3</a:t>
            </a:r>
            <a:endParaRPr lang="en-US" dirty="0"/>
          </a:p>
        </p:txBody>
      </p:sp>
      <p:cxnSp>
        <p:nvCxnSpPr>
          <p:cNvPr id="49" name="Straight Arrow Connector 48"/>
          <p:cNvCxnSpPr>
            <a:stCxn id="43" idx="0"/>
            <a:endCxn id="17" idx="2"/>
          </p:cNvCxnSpPr>
          <p:nvPr/>
        </p:nvCxnSpPr>
        <p:spPr>
          <a:xfrm flipH="1" flipV="1">
            <a:off x="3321838" y="2044932"/>
            <a:ext cx="1783328" cy="25013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1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82</Words>
  <Application>Microsoft Office PowerPoint</Application>
  <PresentationFormat>Widescreen</PresentationFormat>
  <Paragraphs>82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2024-01-01T16:44:26Z</dcterms:created>
  <dcterms:modified xsi:type="dcterms:W3CDTF">2024-01-03T19:45:38Z</dcterms:modified>
</cp:coreProperties>
</file>