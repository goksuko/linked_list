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4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74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34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2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71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8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61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8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6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38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65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492FD-8E68-4D5A-A742-0A20D1CD5015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341AF-4690-44E4-878D-B01527801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1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911924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1911923" y="4092631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H="1" flipV="1">
            <a:off x="1388226" y="2044932"/>
            <a:ext cx="1080651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3"/>
            <a:endCxn id="7" idx="1"/>
          </p:cNvCxnSpPr>
          <p:nvPr/>
        </p:nvCxnSpPr>
        <p:spPr>
          <a:xfrm flipV="1">
            <a:off x="3059083" y="1255221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885409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31272" y="523147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831271" y="607937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38" idx="0"/>
            <a:endCxn id="24" idx="2"/>
          </p:cNvCxnSpPr>
          <p:nvPr/>
        </p:nvCxnSpPr>
        <p:spPr>
          <a:xfrm flipV="1">
            <a:off x="1388225" y="4358639"/>
            <a:ext cx="1080651" cy="8728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2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V="1">
            <a:off x="1388226" y="2044932"/>
            <a:ext cx="0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3"/>
            <a:endCxn id="7" idx="1"/>
          </p:cNvCxnSpPr>
          <p:nvPr/>
        </p:nvCxnSpPr>
        <p:spPr>
          <a:xfrm flipV="1">
            <a:off x="3059083" y="1255221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885409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31272" y="523147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831271" y="607937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911927" y="3244732"/>
            <a:ext cx="1113902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1911923" y="4092631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37" name="Straight Arrow Connector 36"/>
          <p:cNvCxnSpPr>
            <a:stCxn id="35" idx="0"/>
          </p:cNvCxnSpPr>
          <p:nvPr/>
        </p:nvCxnSpPr>
        <p:spPr>
          <a:xfrm flipH="1" flipV="1">
            <a:off x="1388228" y="2044932"/>
            <a:ext cx="108065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31272" y="523147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9" name="Rectangle 38"/>
          <p:cNvSpPr/>
          <p:nvPr/>
        </p:nvSpPr>
        <p:spPr>
          <a:xfrm>
            <a:off x="831271" y="607937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38" idx="0"/>
            <a:endCxn id="36" idx="2"/>
          </p:cNvCxnSpPr>
          <p:nvPr/>
        </p:nvCxnSpPr>
        <p:spPr>
          <a:xfrm flipV="1">
            <a:off x="1388225" y="4358639"/>
            <a:ext cx="1080651" cy="8728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10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V="1">
            <a:off x="1388226" y="2044932"/>
            <a:ext cx="0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4" idx="3"/>
            <a:endCxn id="7" idx="1"/>
          </p:cNvCxnSpPr>
          <p:nvPr/>
        </p:nvCxnSpPr>
        <p:spPr>
          <a:xfrm flipV="1">
            <a:off x="3059083" y="1255221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885409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7" idx="2"/>
          </p:cNvCxnSpPr>
          <p:nvPr/>
        </p:nvCxnSpPr>
        <p:spPr>
          <a:xfrm flipV="1">
            <a:off x="4214552" y="2044932"/>
            <a:ext cx="0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42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temp2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V="1">
            <a:off x="1388226" y="2044932"/>
            <a:ext cx="0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885409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7" idx="2"/>
          </p:cNvCxnSpPr>
          <p:nvPr/>
        </p:nvCxnSpPr>
        <p:spPr>
          <a:xfrm flipV="1">
            <a:off x="4214552" y="2044932"/>
            <a:ext cx="0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55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V="1">
            <a:off x="1388226" y="2044932"/>
            <a:ext cx="0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5885409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7" idx="2"/>
          </p:cNvCxnSpPr>
          <p:nvPr/>
        </p:nvCxnSpPr>
        <p:spPr>
          <a:xfrm flipV="1">
            <a:off x="4214552" y="2044932"/>
            <a:ext cx="0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8" idx="2"/>
          </p:cNvCxnSpPr>
          <p:nvPr/>
        </p:nvCxnSpPr>
        <p:spPr>
          <a:xfrm flipV="1">
            <a:off x="7040878" y="2044932"/>
            <a:ext cx="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19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6" idx="2"/>
          </p:cNvCxnSpPr>
          <p:nvPr/>
        </p:nvCxnSpPr>
        <p:spPr>
          <a:xfrm flipV="1">
            <a:off x="1388226" y="2044932"/>
            <a:ext cx="0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7" idx="2"/>
          </p:cNvCxnSpPr>
          <p:nvPr/>
        </p:nvCxnSpPr>
        <p:spPr>
          <a:xfrm flipV="1">
            <a:off x="4214552" y="2044932"/>
            <a:ext cx="0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8" idx="2"/>
          </p:cNvCxnSpPr>
          <p:nvPr/>
        </p:nvCxnSpPr>
        <p:spPr>
          <a:xfrm flipV="1">
            <a:off x="7040878" y="2044932"/>
            <a:ext cx="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4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7" idx="2"/>
          </p:cNvCxnSpPr>
          <p:nvPr/>
        </p:nvCxnSpPr>
        <p:spPr>
          <a:xfrm flipV="1">
            <a:off x="1388226" y="2044932"/>
            <a:ext cx="2826326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7" idx="2"/>
          </p:cNvCxnSpPr>
          <p:nvPr/>
        </p:nvCxnSpPr>
        <p:spPr>
          <a:xfrm flipV="1">
            <a:off x="4214552" y="2044932"/>
            <a:ext cx="0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8" idx="2"/>
          </p:cNvCxnSpPr>
          <p:nvPr/>
        </p:nvCxnSpPr>
        <p:spPr>
          <a:xfrm flipV="1">
            <a:off x="7040878" y="2044932"/>
            <a:ext cx="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86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7" idx="2"/>
          </p:cNvCxnSpPr>
          <p:nvPr/>
        </p:nvCxnSpPr>
        <p:spPr>
          <a:xfrm flipV="1">
            <a:off x="1388226" y="2044932"/>
            <a:ext cx="2826326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044932"/>
            <a:ext cx="2826326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8" idx="2"/>
          </p:cNvCxnSpPr>
          <p:nvPr/>
        </p:nvCxnSpPr>
        <p:spPr>
          <a:xfrm flipV="1">
            <a:off x="7040878" y="2044932"/>
            <a:ext cx="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1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7" idx="2"/>
          </p:cNvCxnSpPr>
          <p:nvPr/>
        </p:nvCxnSpPr>
        <p:spPr>
          <a:xfrm flipV="1">
            <a:off x="1388226" y="2044932"/>
            <a:ext cx="2826326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711735" y="1255219"/>
            <a:ext cx="598516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044932"/>
            <a:ext cx="2826326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9" idx="2"/>
          </p:cNvCxnSpPr>
          <p:nvPr/>
        </p:nvCxnSpPr>
        <p:spPr>
          <a:xfrm flipV="1">
            <a:off x="7040878" y="2044932"/>
            <a:ext cx="2826326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34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7" idx="2"/>
          </p:cNvCxnSpPr>
          <p:nvPr/>
        </p:nvCxnSpPr>
        <p:spPr>
          <a:xfrm flipV="1">
            <a:off x="1388226" y="2044932"/>
            <a:ext cx="2826326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044932"/>
            <a:ext cx="2826326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9" idx="2"/>
          </p:cNvCxnSpPr>
          <p:nvPr/>
        </p:nvCxnSpPr>
        <p:spPr>
          <a:xfrm flipV="1">
            <a:off x="7040878" y="2044932"/>
            <a:ext cx="2826326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34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8" idx="2"/>
          </p:cNvCxnSpPr>
          <p:nvPr/>
        </p:nvCxnSpPr>
        <p:spPr>
          <a:xfrm flipV="1">
            <a:off x="1388226" y="2044932"/>
            <a:ext cx="5652652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044932"/>
            <a:ext cx="2826326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9" idx="2"/>
          </p:cNvCxnSpPr>
          <p:nvPr/>
        </p:nvCxnSpPr>
        <p:spPr>
          <a:xfrm flipV="1">
            <a:off x="7040878" y="2044932"/>
            <a:ext cx="2826326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77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8" idx="2"/>
          </p:cNvCxnSpPr>
          <p:nvPr/>
        </p:nvCxnSpPr>
        <p:spPr>
          <a:xfrm flipV="1">
            <a:off x="1388226" y="2044932"/>
            <a:ext cx="5652652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9" idx="2"/>
          </p:cNvCxnSpPr>
          <p:nvPr/>
        </p:nvCxnSpPr>
        <p:spPr>
          <a:xfrm flipV="1">
            <a:off x="4214552" y="2044932"/>
            <a:ext cx="5652652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  <a:endCxn id="19" idx="2"/>
          </p:cNvCxnSpPr>
          <p:nvPr/>
        </p:nvCxnSpPr>
        <p:spPr>
          <a:xfrm flipV="1">
            <a:off x="7040878" y="2044932"/>
            <a:ext cx="2826326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930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r>
                <a:rPr lang="en-US" dirty="0" smtClean="0"/>
                <a:t>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8" idx="2"/>
          </p:cNvCxnSpPr>
          <p:nvPr/>
        </p:nvCxnSpPr>
        <p:spPr>
          <a:xfrm flipV="1">
            <a:off x="1388226" y="2044932"/>
            <a:ext cx="5652652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9" idx="2"/>
          </p:cNvCxnSpPr>
          <p:nvPr/>
        </p:nvCxnSpPr>
        <p:spPr>
          <a:xfrm flipV="1">
            <a:off x="4214552" y="2044932"/>
            <a:ext cx="5652652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8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  <a:endCxn id="18" idx="2"/>
          </p:cNvCxnSpPr>
          <p:nvPr/>
        </p:nvCxnSpPr>
        <p:spPr>
          <a:xfrm flipV="1">
            <a:off x="1388226" y="2044932"/>
            <a:ext cx="5652652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9" idx="2"/>
          </p:cNvCxnSpPr>
          <p:nvPr/>
        </p:nvCxnSpPr>
        <p:spPr>
          <a:xfrm flipV="1">
            <a:off x="4214552" y="2044932"/>
            <a:ext cx="5652652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0"/>
            <a:endCxn id="10" idx="0"/>
          </p:cNvCxnSpPr>
          <p:nvPr/>
        </p:nvCxnSpPr>
        <p:spPr>
          <a:xfrm flipH="1">
            <a:off x="7040878" y="931024"/>
            <a:ext cx="39430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381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</p:cNvCxnSpPr>
          <p:nvPr/>
        </p:nvCxnSpPr>
        <p:spPr>
          <a:xfrm flipV="1">
            <a:off x="1388226" y="2044932"/>
            <a:ext cx="8478978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19" idx="2"/>
          </p:cNvCxnSpPr>
          <p:nvPr/>
        </p:nvCxnSpPr>
        <p:spPr>
          <a:xfrm flipV="1">
            <a:off x="4214552" y="2044932"/>
            <a:ext cx="5652652" cy="119980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0"/>
            <a:endCxn id="10" idx="0"/>
          </p:cNvCxnSpPr>
          <p:nvPr/>
        </p:nvCxnSpPr>
        <p:spPr>
          <a:xfrm flipH="1">
            <a:off x="7040878" y="931024"/>
            <a:ext cx="39430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01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</p:cNvCxnSpPr>
          <p:nvPr/>
        </p:nvCxnSpPr>
        <p:spPr>
          <a:xfrm flipV="1">
            <a:off x="1388226" y="2044932"/>
            <a:ext cx="8478978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676698"/>
            <a:ext cx="6508866" cy="568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0"/>
            <a:endCxn id="10" idx="0"/>
          </p:cNvCxnSpPr>
          <p:nvPr/>
        </p:nvCxnSpPr>
        <p:spPr>
          <a:xfrm flipH="1">
            <a:off x="7040878" y="931024"/>
            <a:ext cx="39430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17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</p:cNvCxnSpPr>
          <p:nvPr/>
        </p:nvCxnSpPr>
        <p:spPr>
          <a:xfrm flipV="1">
            <a:off x="1388226" y="2044932"/>
            <a:ext cx="8478978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676698"/>
            <a:ext cx="6508866" cy="568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0"/>
            <a:endCxn id="10" idx="0"/>
          </p:cNvCxnSpPr>
          <p:nvPr/>
        </p:nvCxnSpPr>
        <p:spPr>
          <a:xfrm flipH="1">
            <a:off x="7040878" y="931024"/>
            <a:ext cx="39430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11927" y="3244732"/>
            <a:ext cx="1113902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911923" y="4092631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2" idx="0"/>
          </p:cNvCxnSpPr>
          <p:nvPr/>
        </p:nvCxnSpPr>
        <p:spPr>
          <a:xfrm flipH="1" flipV="1">
            <a:off x="1388228" y="2044932"/>
            <a:ext cx="1080650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31272" y="523147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31271" y="607937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37" idx="0"/>
            <a:endCxn id="35" idx="2"/>
          </p:cNvCxnSpPr>
          <p:nvPr/>
        </p:nvCxnSpPr>
        <p:spPr>
          <a:xfrm flipV="1">
            <a:off x="1388225" y="4358639"/>
            <a:ext cx="1080651" cy="8728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13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831273" y="931025"/>
            <a:ext cx="2227810" cy="648393"/>
            <a:chOff x="831273" y="931025"/>
            <a:chExt cx="2227810" cy="648393"/>
          </a:xfrm>
        </p:grpSpPr>
        <p:sp>
          <p:nvSpPr>
            <p:cNvPr id="3" name="Rectangle 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45</a:t>
              </a:r>
              <a:endParaRPr lang="en-US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NULL</a:t>
              </a:r>
              <a:endParaRPr lang="en-US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657599" y="931024"/>
            <a:ext cx="2227810" cy="648393"/>
            <a:chOff x="831273" y="931025"/>
            <a:chExt cx="2227810" cy="648393"/>
          </a:xfrm>
        </p:grpSpPr>
        <p:sp>
          <p:nvSpPr>
            <p:cNvPr id="7" name="Rectangle 6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98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1000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483925" y="931024"/>
            <a:ext cx="2227810" cy="648393"/>
            <a:chOff x="831273" y="931025"/>
            <a:chExt cx="2227810" cy="648393"/>
          </a:xfrm>
        </p:grpSpPr>
        <p:sp>
          <p:nvSpPr>
            <p:cNvPr id="10" name="Rectangle 9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2000</a:t>
              </a:r>
              <a:endParaRPr 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313023" y="931024"/>
            <a:ext cx="2227810" cy="648393"/>
            <a:chOff x="831273" y="931025"/>
            <a:chExt cx="2227810" cy="648393"/>
          </a:xfrm>
        </p:grpSpPr>
        <p:sp>
          <p:nvSpPr>
            <p:cNvPr id="13" name="Rectangle 12"/>
            <p:cNvSpPr/>
            <p:nvPr/>
          </p:nvSpPr>
          <p:spPr>
            <a:xfrm>
              <a:off x="831273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5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45178" y="931025"/>
              <a:ext cx="1113905" cy="6483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3000</a:t>
              </a:r>
              <a:endParaRPr lang="en-US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831273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1000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657599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83925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3000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310251" y="1778924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831273" y="3244734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657599" y="324473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 smtClean="0"/>
          </a:p>
        </p:txBody>
      </p:sp>
      <p:sp>
        <p:nvSpPr>
          <p:cNvPr id="23" name="Rectangle 22"/>
          <p:cNvSpPr/>
          <p:nvPr/>
        </p:nvSpPr>
        <p:spPr>
          <a:xfrm>
            <a:off x="6483925" y="3244732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31272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current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3657599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next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6483925" y="4092633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1" idx="0"/>
          </p:cNvCxnSpPr>
          <p:nvPr/>
        </p:nvCxnSpPr>
        <p:spPr>
          <a:xfrm flipV="1">
            <a:off x="1388226" y="2044932"/>
            <a:ext cx="8478978" cy="119980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8" idx="0"/>
            <a:endCxn id="3" idx="0"/>
          </p:cNvCxnSpPr>
          <p:nvPr/>
        </p:nvCxnSpPr>
        <p:spPr>
          <a:xfrm flipH="1">
            <a:off x="1388226" y="931024"/>
            <a:ext cx="3940231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2"/>
            <a:endCxn id="7" idx="2"/>
          </p:cNvCxnSpPr>
          <p:nvPr/>
        </p:nvCxnSpPr>
        <p:spPr>
          <a:xfrm flipH="1">
            <a:off x="4214552" y="1579417"/>
            <a:ext cx="394023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</p:cNvCxnSpPr>
          <p:nvPr/>
        </p:nvCxnSpPr>
        <p:spPr>
          <a:xfrm flipV="1">
            <a:off x="4214552" y="2676698"/>
            <a:ext cx="6508866" cy="56803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3" idx="0"/>
          </p:cNvCxnSpPr>
          <p:nvPr/>
        </p:nvCxnSpPr>
        <p:spPr>
          <a:xfrm flipV="1">
            <a:off x="7040878" y="3125585"/>
            <a:ext cx="3682540" cy="1191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4" idx="0"/>
            <a:endCxn id="10" idx="0"/>
          </p:cNvCxnSpPr>
          <p:nvPr/>
        </p:nvCxnSpPr>
        <p:spPr>
          <a:xfrm flipH="1">
            <a:off x="7040878" y="931024"/>
            <a:ext cx="394300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911927" y="3244732"/>
            <a:ext cx="1113902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000</a:t>
            </a:r>
            <a:endParaRPr lang="en-US" dirty="0"/>
          </a:p>
        </p:txBody>
      </p:sp>
      <p:sp>
        <p:nvSpPr>
          <p:cNvPr id="35" name="Rectangle 34"/>
          <p:cNvSpPr/>
          <p:nvPr/>
        </p:nvSpPr>
        <p:spPr>
          <a:xfrm>
            <a:off x="1911923" y="4092631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2" idx="0"/>
            <a:endCxn id="19" idx="2"/>
          </p:cNvCxnSpPr>
          <p:nvPr/>
        </p:nvCxnSpPr>
        <p:spPr>
          <a:xfrm flipV="1">
            <a:off x="2468878" y="2044932"/>
            <a:ext cx="7398326" cy="11998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31272" y="5231473"/>
            <a:ext cx="1113905" cy="64839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31271" y="6079372"/>
            <a:ext cx="1113905" cy="26600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37" idx="0"/>
            <a:endCxn id="35" idx="2"/>
          </p:cNvCxnSpPr>
          <p:nvPr/>
        </p:nvCxnSpPr>
        <p:spPr>
          <a:xfrm flipV="1">
            <a:off x="1388225" y="4358639"/>
            <a:ext cx="1080651" cy="87283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22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340</Words>
  <Application>Microsoft Office PowerPoint</Application>
  <PresentationFormat>Widescreen</PresentationFormat>
  <Paragraphs>340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15</cp:revision>
  <dcterms:created xsi:type="dcterms:W3CDTF">2024-01-01T16:44:26Z</dcterms:created>
  <dcterms:modified xsi:type="dcterms:W3CDTF">2024-01-03T19:49:53Z</dcterms:modified>
</cp:coreProperties>
</file>